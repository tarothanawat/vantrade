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748272"/>
            <a:ext cx="1173175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0116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VanTrade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for algo trading strategies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388620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tarothanawat  ·  Software Architecture  ·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— WHAT IS VANTRADE?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traders share strategies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sharing code or credentials"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10996" y="196596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996" y="21945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10996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8156" y="3337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publishes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strategies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39996" y="196596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9996" y="21945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39996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7156" y="3337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&amp; runs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on a paper account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68996" y="196596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68996" y="21945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968996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06156" y="3337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strategies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go live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75488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only  ·  Alpaca API  ·  No real money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— ARCHITECTURE CHARACTERISTICS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we cared about most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659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113659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6227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 for VanTrade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🔐 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hand us their live broker keys — a breach exposes real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 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bad user's credentials must never block another user's trade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 Auditability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history must be tamper-proof and independently verifiable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 Maintainability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brokers without ever touching strategy calculation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🧪  Testability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math must be provably correct — not inferred from live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— 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 unit, clean internal boundaries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685800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workspaces + Turborepo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2926080" cy="1280160"/>
          </a:xfrm>
          <a:prstGeom prst="roundRect">
            <a:avLst>
              <a:gd name="adj" fmla="val 3571"/>
            </a:avLst>
          </a:prstGeom>
          <a:solidFill>
            <a:srgbClr val="6366F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636776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REST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600200"/>
            <a:ext cx="2926080" cy="1280160"/>
          </a:xfrm>
          <a:prstGeom prst="roundRect">
            <a:avLst>
              <a:gd name="adj" fmla="val 3571"/>
            </a:avLst>
          </a:prstGeom>
          <a:solidFill>
            <a:srgbClr val="6366F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1636776"/>
            <a:ext cx="2816352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6080760" cy="59436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3191256"/>
            <a:ext cx="59710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packages/types  ·  Shared Zod schemas + TypeScript interfaces  ·  @vantrade/types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21608" y="3822192"/>
            <a:ext cx="0" cy="61264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2807208" y="44805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4517136"/>
            <a:ext cx="171907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PostgreSQL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118872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137160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architectural quantum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NestJS domain modules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Zod schemas = compile-time contract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talks to API via REST only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— HEXAGONAL ARCHITECTURE (PORTS &amp; ADAPTERS)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logic isolated behind a clean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85516" y="1417320"/>
            <a:ext cx="5303520" cy="1097280"/>
          </a:xfrm>
          <a:prstGeom prst="roundRect">
            <a:avLst>
              <a:gd name="adj" fmla="val 4167"/>
            </a:avLst>
          </a:prstGeom>
          <a:solidFill>
            <a:srgbClr val="05966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40380" y="1453896"/>
            <a:ext cx="5193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·  trading.engine.ts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calculateRSI · generateSignal · calculatePnL · ICT functions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— zero infrastructure imports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37276" y="2514600"/>
            <a:ext cx="0" cy="2743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985516" y="2788920"/>
            <a:ext cx="5303520" cy="1097280"/>
          </a:xfrm>
          <a:prstGeom prst="roundRect">
            <a:avLst>
              <a:gd name="adj" fmla="val 4167"/>
            </a:avLst>
          </a:prstGeom>
          <a:solidFill>
            <a:srgbClr val="F59E0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0380" y="2825496"/>
            <a:ext cx="5193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 ·  IBrokerAdapter  (packages/types)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getHistoricalPrices()  ·  placeOrderWithCredentials()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— HeartbeatService depends on this, not the adapter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37276" y="3886200"/>
            <a:ext cx="0" cy="2743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985516" y="4160520"/>
            <a:ext cx="5303520" cy="1097280"/>
          </a:xfrm>
          <a:prstGeom prst="roundRect">
            <a:avLst>
              <a:gd name="adj" fmla="val 4167"/>
            </a:avLst>
          </a:prstGeom>
          <a:solidFill>
            <a:srgbClr val="6366F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0380" y="4197096"/>
            <a:ext cx="5193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 ·  alpaca.adapter.ts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file that imports the Alpaca SDK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IBrokerAdapter — injected via DI token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09076" y="1874520"/>
            <a:ext cx="365760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6236" y="1874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broker = 1 new adapter file,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changes to domain or heartbeat logic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— WHY THIS ARCHITECTURE?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maps back to a requirement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659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113659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560527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🔐  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 encryption + RBAC Guards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never stored plaintext; client can't escalate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 Reliability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Promise.allSettled in HeartbeatService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failure is isolated — others keep running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 Auditability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TradeLog (no update/delete)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itself prevents tampering; history is immutable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  Maintainability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IBrokerAdapter port (DI token)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broker by writing 1 file + rebinding 1 DI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🧪  Testability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domain functions (no mocks needed)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with plain inputs; no DB or network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— CODE QUALITY: SEPARATION OF CONCERNS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exactly one job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 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03520" cy="960120"/>
          </a:xfrm>
          <a:prstGeom prst="roundRect">
            <a:avLst>
              <a:gd name="adj" fmla="val 4762"/>
            </a:avLst>
          </a:prstGeom>
          <a:solidFill>
            <a:srgbClr val="6366F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728216"/>
            <a:ext cx="5193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ZodValidationPipe → call service → return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2651760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02920" y="2834640"/>
            <a:ext cx="5303520" cy="960120"/>
          </a:xfrm>
          <a:prstGeom prst="roundRect">
            <a:avLst>
              <a:gd name="adj" fmla="val 4762"/>
            </a:avLst>
          </a:prstGeom>
          <a:solidFill>
            <a:srgbClr val="4338C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871216"/>
            <a:ext cx="5193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+ orchestration  (no Prisma, no SDK)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3794760"/>
            <a:ext cx="0" cy="1828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02920" y="3977640"/>
            <a:ext cx="5303520" cy="960120"/>
          </a:xfrm>
          <a:prstGeom prst="roundRect">
            <a:avLst>
              <a:gd name="adj" fmla="val 4762"/>
            </a:avLst>
          </a:prstGeom>
          <a:solidFill>
            <a:srgbClr val="F59E0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4014216"/>
            <a:ext cx="51937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queries only  (only file that imports PrismaService)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137160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160020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 Rule — controllers do exactly 3 things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— Prisma in one place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at every boundary — API in, web out, same schema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Sinkhole anti-pattern avoided by design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— CODE QUALITY: SECURITY &amp; FITNESS FUNCTIONS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enforce rules with code, not discipline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659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Practices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comes from JWT — client can't self-promote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encrypted at rest (AES-256-GCM)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key derivation from env var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10 req/s burst, 200 req/min sustained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any types — TypeScript strict mode everywhere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051560"/>
            <a:ext cx="0" cy="365760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515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Functions (automated)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Prisma outside *.repository.ts  (grep CI)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Alpaca SDK outside alpaca.adapter.ts  (grep CI)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 in apps/web  (grep CI)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any type  (grep CI)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line coverage gate on apps/api/src/trading/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CODE STRUCTURE: MODULE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— each owns its own slice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3659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640080"/>
                <a:gridCol w="640080"/>
                <a:gridCol w="6885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auth, user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BlueprintsModule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CRUD, admin gate, backtest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SubscriptionsModule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 / toggle / unsubscribe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ApiKeysModule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broker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HeartbeatModule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execution engine (every 60s)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IBrokerAdapter DI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 encrypt / decrypt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MarketDataModule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 endpoint for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TradeLogsModule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trade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@Global() DB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CODE STRUCTURE: DATABASE DESIGN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— trade history is append-only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82496" y="18288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6366F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1865376"/>
            <a:ext cx="171907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11296" y="2171700"/>
            <a:ext cx="5029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014216" y="18288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4338C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865376"/>
            <a:ext cx="171907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43016" y="2171700"/>
            <a:ext cx="5029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345936" y="18288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65376"/>
            <a:ext cx="171907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2171700"/>
            <a:ext cx="50292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677656" y="18288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05966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1865376"/>
            <a:ext cx="171907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TradeLog 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82496" y="315468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59E0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191256"/>
            <a:ext cx="1719072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(AES-256-GCM)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96896" y="2514600"/>
            <a:ext cx="0" cy="6400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586216" y="274320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0A2E2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86216" y="27432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append-only — no update or delete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754880"/>
            <a:ext cx="113659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846320"/>
            <a:ext cx="1136599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Blueprint.parameters stored as JSON — flexible for RSI + ICT strategies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Subscription.symbolOverride lets testers pick their own asset per strategy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ApiKey.label allows multiple broker accounts per user  (unique per user+label)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— CODE STRUCTURE: CODECHARTA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11365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 architectural health, then fixed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920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234440"/>
            <a:ext cx="1920240" cy="1554480"/>
          </a:xfrm>
          <a:prstGeom prst="rect">
            <a:avLst/>
          </a:prstGeom>
          <a:solidFill>
            <a:srgbClr val="3B111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788920"/>
            <a:ext cx="1920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2788920"/>
            <a:ext cx="19202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 Churn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43708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Large files (LOC)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37160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HOTSPOT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 + high churn)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429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&amp; small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3429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but stable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7205472" cy="3108960"/>
          </a:xfrm>
          <a:prstGeom prst="roundRect">
            <a:avLst>
              <a:gd name="adj" fmla="val 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0" y="1234440"/>
            <a:ext cx="72054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vantrade.cc.json in CodeCharta Visualization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rloc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rloc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number_of_commits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453128"/>
            <a:ext cx="113659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544568"/>
          <a:ext cx="113659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926080"/>
                <a:gridCol w="29535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blueprints.service.ts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SRP — CRUD + backtest in one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BacktestService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 → 139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alpaca.adapter.ts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 class — data + SDK +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AlpacaMarketDataClient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 → 197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BacktestPanel.tsx ×2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— 5 utils copy-pasted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components/backtest/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 → 177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BlueprintReviewTable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churn (unstable boundary)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Extracted useAdmin hook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VANTRADE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VanTrade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659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280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right-sized for the team and domain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 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broker-agnostic by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468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DB is just a detail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Ledger 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trade history you can actually trust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657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keys we'd never want exposed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Guards 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4251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privilege escalation = direct financial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457200" y="6748272"/>
            <a:ext cx="1173175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2026-04-15T13:16:06Z</dcterms:created>
  <dcterms:modified xsi:type="dcterms:W3CDTF">2026-04-15T13:16:06Z</dcterms:modified>
</cp:coreProperties>
</file>